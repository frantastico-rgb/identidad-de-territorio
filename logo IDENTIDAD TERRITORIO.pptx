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CE87E-6D41-4606-8DF7-ED0C0AF26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922ADB-281E-42E0-9BD9-F03C242B3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4271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23014-F0FC-4CD5-BE06-64398E1A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0C33CD-7C41-47F4-8551-940F87F38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9131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lipse 14">
            <a:extLst>
              <a:ext uri="{FF2B5EF4-FFF2-40B4-BE49-F238E27FC236}">
                <a16:creationId xmlns:a16="http://schemas.microsoft.com/office/drawing/2014/main" id="{539E67D1-A332-43D0-8A1E-182744D7E8A8}"/>
              </a:ext>
            </a:extLst>
          </p:cNvPr>
          <p:cNvSpPr/>
          <p:nvPr/>
        </p:nvSpPr>
        <p:spPr>
          <a:xfrm>
            <a:off x="4920843" y="1627814"/>
            <a:ext cx="2756800" cy="2615879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0F75E839-D012-4A84-90BC-A1159DA2AE70}"/>
              </a:ext>
            </a:extLst>
          </p:cNvPr>
          <p:cNvSpPr/>
          <p:nvPr/>
        </p:nvSpPr>
        <p:spPr>
          <a:xfrm rot="18516139">
            <a:off x="4940508" y="2018181"/>
            <a:ext cx="915482" cy="1054800"/>
          </a:xfrm>
          <a:custGeom>
            <a:avLst/>
            <a:gdLst>
              <a:gd name="connsiteX0" fmla="*/ 312517 w 915482"/>
              <a:gd name="connsiteY0" fmla="*/ 972274 h 1054800"/>
              <a:gd name="connsiteX1" fmla="*/ 312517 w 915482"/>
              <a:gd name="connsiteY1" fmla="*/ 972274 h 1054800"/>
              <a:gd name="connsiteX2" fmla="*/ 196770 w 915482"/>
              <a:gd name="connsiteY2" fmla="*/ 902826 h 1054800"/>
              <a:gd name="connsiteX3" fmla="*/ 104173 w 915482"/>
              <a:gd name="connsiteY3" fmla="*/ 833378 h 1054800"/>
              <a:gd name="connsiteX4" fmla="*/ 57874 w 915482"/>
              <a:gd name="connsiteY4" fmla="*/ 763929 h 1054800"/>
              <a:gd name="connsiteX5" fmla="*/ 34725 w 915482"/>
              <a:gd name="connsiteY5" fmla="*/ 706056 h 1054800"/>
              <a:gd name="connsiteX6" fmla="*/ 11575 w 915482"/>
              <a:gd name="connsiteY6" fmla="*/ 613459 h 1054800"/>
              <a:gd name="connsiteX7" fmla="*/ 0 w 915482"/>
              <a:gd name="connsiteY7" fmla="*/ 578735 h 1054800"/>
              <a:gd name="connsiteX8" fmla="*/ 34725 w 915482"/>
              <a:gd name="connsiteY8" fmla="*/ 370390 h 1054800"/>
              <a:gd name="connsiteX9" fmla="*/ 57874 w 915482"/>
              <a:gd name="connsiteY9" fmla="*/ 324091 h 1054800"/>
              <a:gd name="connsiteX10" fmla="*/ 277793 w 915482"/>
              <a:gd name="connsiteY10" fmla="*/ 150471 h 1054800"/>
              <a:gd name="connsiteX11" fmla="*/ 347241 w 915482"/>
              <a:gd name="connsiteY11" fmla="*/ 115747 h 1054800"/>
              <a:gd name="connsiteX12" fmla="*/ 451413 w 915482"/>
              <a:gd name="connsiteY12" fmla="*/ 81023 h 1054800"/>
              <a:gd name="connsiteX13" fmla="*/ 544011 w 915482"/>
              <a:gd name="connsiteY13" fmla="*/ 34724 h 1054800"/>
              <a:gd name="connsiteX14" fmla="*/ 601884 w 915482"/>
              <a:gd name="connsiteY14" fmla="*/ 23150 h 1054800"/>
              <a:gd name="connsiteX15" fmla="*/ 671332 w 915482"/>
              <a:gd name="connsiteY15" fmla="*/ 0 h 1054800"/>
              <a:gd name="connsiteX16" fmla="*/ 717631 w 915482"/>
              <a:gd name="connsiteY16" fmla="*/ 57874 h 1054800"/>
              <a:gd name="connsiteX17" fmla="*/ 752355 w 915482"/>
              <a:gd name="connsiteY17" fmla="*/ 92598 h 1054800"/>
              <a:gd name="connsiteX18" fmla="*/ 798654 w 915482"/>
              <a:gd name="connsiteY18" fmla="*/ 150471 h 1054800"/>
              <a:gd name="connsiteX19" fmla="*/ 844952 w 915482"/>
              <a:gd name="connsiteY19" fmla="*/ 254643 h 1054800"/>
              <a:gd name="connsiteX20" fmla="*/ 856527 w 915482"/>
              <a:gd name="connsiteY20" fmla="*/ 300942 h 1054800"/>
              <a:gd name="connsiteX21" fmla="*/ 868102 w 915482"/>
              <a:gd name="connsiteY21" fmla="*/ 358816 h 1054800"/>
              <a:gd name="connsiteX22" fmla="*/ 902826 w 915482"/>
              <a:gd name="connsiteY22" fmla="*/ 451413 h 1054800"/>
              <a:gd name="connsiteX23" fmla="*/ 902826 w 915482"/>
              <a:gd name="connsiteY23" fmla="*/ 613459 h 1054800"/>
              <a:gd name="connsiteX24" fmla="*/ 879676 w 915482"/>
              <a:gd name="connsiteY24" fmla="*/ 636608 h 1054800"/>
              <a:gd name="connsiteX25" fmla="*/ 740780 w 915482"/>
              <a:gd name="connsiteY25" fmla="*/ 625033 h 1054800"/>
              <a:gd name="connsiteX26" fmla="*/ 706056 w 915482"/>
              <a:gd name="connsiteY26" fmla="*/ 613459 h 1054800"/>
              <a:gd name="connsiteX27" fmla="*/ 532436 w 915482"/>
              <a:gd name="connsiteY27" fmla="*/ 625033 h 1054800"/>
              <a:gd name="connsiteX28" fmla="*/ 416689 w 915482"/>
              <a:gd name="connsiteY28" fmla="*/ 706056 h 1054800"/>
              <a:gd name="connsiteX29" fmla="*/ 393540 w 915482"/>
              <a:gd name="connsiteY29" fmla="*/ 787079 h 1054800"/>
              <a:gd name="connsiteX30" fmla="*/ 416689 w 915482"/>
              <a:gd name="connsiteY30" fmla="*/ 983848 h 1054800"/>
              <a:gd name="connsiteX31" fmla="*/ 428264 w 915482"/>
              <a:gd name="connsiteY31" fmla="*/ 1018572 h 1054800"/>
              <a:gd name="connsiteX32" fmla="*/ 416689 w 915482"/>
              <a:gd name="connsiteY32" fmla="*/ 1053297 h 1054800"/>
              <a:gd name="connsiteX33" fmla="*/ 370390 w 915482"/>
              <a:gd name="connsiteY33" fmla="*/ 1041722 h 1054800"/>
              <a:gd name="connsiteX34" fmla="*/ 312517 w 915482"/>
              <a:gd name="connsiteY34" fmla="*/ 972274 h 10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15482" h="1054800">
                <a:moveTo>
                  <a:pt x="312517" y="972274"/>
                </a:moveTo>
                <a:lnTo>
                  <a:pt x="312517" y="972274"/>
                </a:lnTo>
                <a:cubicBezTo>
                  <a:pt x="273935" y="949125"/>
                  <a:pt x="234208" y="927784"/>
                  <a:pt x="196770" y="902826"/>
                </a:cubicBezTo>
                <a:cubicBezTo>
                  <a:pt x="164668" y="881424"/>
                  <a:pt x="104173" y="833378"/>
                  <a:pt x="104173" y="833378"/>
                </a:cubicBezTo>
                <a:cubicBezTo>
                  <a:pt x="73573" y="741580"/>
                  <a:pt x="119805" y="863020"/>
                  <a:pt x="57874" y="763929"/>
                </a:cubicBezTo>
                <a:cubicBezTo>
                  <a:pt x="46862" y="746310"/>
                  <a:pt x="40835" y="725914"/>
                  <a:pt x="34725" y="706056"/>
                </a:cubicBezTo>
                <a:cubicBezTo>
                  <a:pt x="25368" y="675647"/>
                  <a:pt x="21636" y="643642"/>
                  <a:pt x="11575" y="613459"/>
                </a:cubicBezTo>
                <a:lnTo>
                  <a:pt x="0" y="578735"/>
                </a:lnTo>
                <a:cubicBezTo>
                  <a:pt x="6216" y="532112"/>
                  <a:pt x="8562" y="431438"/>
                  <a:pt x="34725" y="370390"/>
                </a:cubicBezTo>
                <a:cubicBezTo>
                  <a:pt x="41522" y="354531"/>
                  <a:pt x="45079" y="335667"/>
                  <a:pt x="57874" y="324091"/>
                </a:cubicBezTo>
                <a:cubicBezTo>
                  <a:pt x="127132" y="261429"/>
                  <a:pt x="201997" y="205044"/>
                  <a:pt x="277793" y="150471"/>
                </a:cubicBezTo>
                <a:cubicBezTo>
                  <a:pt x="298797" y="135348"/>
                  <a:pt x="323210" y="125359"/>
                  <a:pt x="347241" y="115747"/>
                </a:cubicBezTo>
                <a:cubicBezTo>
                  <a:pt x="381225" y="102153"/>
                  <a:pt x="417568" y="94959"/>
                  <a:pt x="451413" y="81023"/>
                </a:cubicBezTo>
                <a:cubicBezTo>
                  <a:pt x="483323" y="67884"/>
                  <a:pt x="511802" y="47112"/>
                  <a:pt x="544011" y="34724"/>
                </a:cubicBezTo>
                <a:cubicBezTo>
                  <a:pt x="562373" y="27662"/>
                  <a:pt x="582904" y="28326"/>
                  <a:pt x="601884" y="23150"/>
                </a:cubicBezTo>
                <a:cubicBezTo>
                  <a:pt x="625426" y="16729"/>
                  <a:pt x="671332" y="0"/>
                  <a:pt x="671332" y="0"/>
                </a:cubicBezTo>
                <a:cubicBezTo>
                  <a:pt x="738683" y="67351"/>
                  <a:pt x="644624" y="-29734"/>
                  <a:pt x="717631" y="57874"/>
                </a:cubicBezTo>
                <a:cubicBezTo>
                  <a:pt x="728110" y="70449"/>
                  <a:pt x="741876" y="80023"/>
                  <a:pt x="752355" y="92598"/>
                </a:cubicBezTo>
                <a:cubicBezTo>
                  <a:pt x="825352" y="180195"/>
                  <a:pt x="731312" y="83131"/>
                  <a:pt x="798654" y="150471"/>
                </a:cubicBezTo>
                <a:cubicBezTo>
                  <a:pt x="826202" y="233116"/>
                  <a:pt x="808268" y="199616"/>
                  <a:pt x="844952" y="254643"/>
                </a:cubicBezTo>
                <a:cubicBezTo>
                  <a:pt x="848810" y="270076"/>
                  <a:pt x="853076" y="285413"/>
                  <a:pt x="856527" y="300942"/>
                </a:cubicBezTo>
                <a:cubicBezTo>
                  <a:pt x="860795" y="320147"/>
                  <a:pt x="862316" y="340013"/>
                  <a:pt x="868102" y="358816"/>
                </a:cubicBezTo>
                <a:cubicBezTo>
                  <a:pt x="877796" y="390323"/>
                  <a:pt x="891251" y="420547"/>
                  <a:pt x="902826" y="451413"/>
                </a:cubicBezTo>
                <a:cubicBezTo>
                  <a:pt x="914049" y="518755"/>
                  <a:pt x="924554" y="541033"/>
                  <a:pt x="902826" y="613459"/>
                </a:cubicBezTo>
                <a:cubicBezTo>
                  <a:pt x="899690" y="623912"/>
                  <a:pt x="887393" y="628892"/>
                  <a:pt x="879676" y="636608"/>
                </a:cubicBezTo>
                <a:cubicBezTo>
                  <a:pt x="833377" y="632750"/>
                  <a:pt x="786832" y="631173"/>
                  <a:pt x="740780" y="625033"/>
                </a:cubicBezTo>
                <a:cubicBezTo>
                  <a:pt x="728686" y="623421"/>
                  <a:pt x="718257" y="613459"/>
                  <a:pt x="706056" y="613459"/>
                </a:cubicBezTo>
                <a:cubicBezTo>
                  <a:pt x="648054" y="613459"/>
                  <a:pt x="590309" y="621175"/>
                  <a:pt x="532436" y="625033"/>
                </a:cubicBezTo>
                <a:cubicBezTo>
                  <a:pt x="495238" y="646289"/>
                  <a:pt x="442867" y="666789"/>
                  <a:pt x="416689" y="706056"/>
                </a:cubicBezTo>
                <a:cubicBezTo>
                  <a:pt x="410045" y="716022"/>
                  <a:pt x="395084" y="780901"/>
                  <a:pt x="393540" y="787079"/>
                </a:cubicBezTo>
                <a:cubicBezTo>
                  <a:pt x="399454" y="852131"/>
                  <a:pt x="402395" y="919528"/>
                  <a:pt x="416689" y="983848"/>
                </a:cubicBezTo>
                <a:cubicBezTo>
                  <a:pt x="419336" y="995758"/>
                  <a:pt x="424406" y="1006997"/>
                  <a:pt x="428264" y="1018572"/>
                </a:cubicBezTo>
                <a:cubicBezTo>
                  <a:pt x="424406" y="1030147"/>
                  <a:pt x="428017" y="1048766"/>
                  <a:pt x="416689" y="1053297"/>
                </a:cubicBezTo>
                <a:cubicBezTo>
                  <a:pt x="401919" y="1059205"/>
                  <a:pt x="385686" y="1046092"/>
                  <a:pt x="370390" y="1041722"/>
                </a:cubicBezTo>
                <a:cubicBezTo>
                  <a:pt x="337017" y="1032187"/>
                  <a:pt x="322163" y="983849"/>
                  <a:pt x="312517" y="97227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47D473B9-7E38-426D-B815-5A69E6BC73E2}"/>
              </a:ext>
            </a:extLst>
          </p:cNvPr>
          <p:cNvSpPr/>
          <p:nvPr/>
        </p:nvSpPr>
        <p:spPr>
          <a:xfrm rot="16423730">
            <a:off x="5019154" y="3225221"/>
            <a:ext cx="915482" cy="1054800"/>
          </a:xfrm>
          <a:custGeom>
            <a:avLst/>
            <a:gdLst>
              <a:gd name="connsiteX0" fmla="*/ 312517 w 915482"/>
              <a:gd name="connsiteY0" fmla="*/ 972274 h 1054800"/>
              <a:gd name="connsiteX1" fmla="*/ 312517 w 915482"/>
              <a:gd name="connsiteY1" fmla="*/ 972274 h 1054800"/>
              <a:gd name="connsiteX2" fmla="*/ 196770 w 915482"/>
              <a:gd name="connsiteY2" fmla="*/ 902826 h 1054800"/>
              <a:gd name="connsiteX3" fmla="*/ 104173 w 915482"/>
              <a:gd name="connsiteY3" fmla="*/ 833378 h 1054800"/>
              <a:gd name="connsiteX4" fmla="*/ 57874 w 915482"/>
              <a:gd name="connsiteY4" fmla="*/ 763929 h 1054800"/>
              <a:gd name="connsiteX5" fmla="*/ 34725 w 915482"/>
              <a:gd name="connsiteY5" fmla="*/ 706056 h 1054800"/>
              <a:gd name="connsiteX6" fmla="*/ 11575 w 915482"/>
              <a:gd name="connsiteY6" fmla="*/ 613459 h 1054800"/>
              <a:gd name="connsiteX7" fmla="*/ 0 w 915482"/>
              <a:gd name="connsiteY7" fmla="*/ 578735 h 1054800"/>
              <a:gd name="connsiteX8" fmla="*/ 34725 w 915482"/>
              <a:gd name="connsiteY8" fmla="*/ 370390 h 1054800"/>
              <a:gd name="connsiteX9" fmla="*/ 57874 w 915482"/>
              <a:gd name="connsiteY9" fmla="*/ 324091 h 1054800"/>
              <a:gd name="connsiteX10" fmla="*/ 277793 w 915482"/>
              <a:gd name="connsiteY10" fmla="*/ 150471 h 1054800"/>
              <a:gd name="connsiteX11" fmla="*/ 347241 w 915482"/>
              <a:gd name="connsiteY11" fmla="*/ 115747 h 1054800"/>
              <a:gd name="connsiteX12" fmla="*/ 451413 w 915482"/>
              <a:gd name="connsiteY12" fmla="*/ 81023 h 1054800"/>
              <a:gd name="connsiteX13" fmla="*/ 544011 w 915482"/>
              <a:gd name="connsiteY13" fmla="*/ 34724 h 1054800"/>
              <a:gd name="connsiteX14" fmla="*/ 601884 w 915482"/>
              <a:gd name="connsiteY14" fmla="*/ 23150 h 1054800"/>
              <a:gd name="connsiteX15" fmla="*/ 671332 w 915482"/>
              <a:gd name="connsiteY15" fmla="*/ 0 h 1054800"/>
              <a:gd name="connsiteX16" fmla="*/ 717631 w 915482"/>
              <a:gd name="connsiteY16" fmla="*/ 57874 h 1054800"/>
              <a:gd name="connsiteX17" fmla="*/ 752355 w 915482"/>
              <a:gd name="connsiteY17" fmla="*/ 92598 h 1054800"/>
              <a:gd name="connsiteX18" fmla="*/ 798654 w 915482"/>
              <a:gd name="connsiteY18" fmla="*/ 150471 h 1054800"/>
              <a:gd name="connsiteX19" fmla="*/ 844952 w 915482"/>
              <a:gd name="connsiteY19" fmla="*/ 254643 h 1054800"/>
              <a:gd name="connsiteX20" fmla="*/ 856527 w 915482"/>
              <a:gd name="connsiteY20" fmla="*/ 300942 h 1054800"/>
              <a:gd name="connsiteX21" fmla="*/ 868102 w 915482"/>
              <a:gd name="connsiteY21" fmla="*/ 358816 h 1054800"/>
              <a:gd name="connsiteX22" fmla="*/ 902826 w 915482"/>
              <a:gd name="connsiteY22" fmla="*/ 451413 h 1054800"/>
              <a:gd name="connsiteX23" fmla="*/ 902826 w 915482"/>
              <a:gd name="connsiteY23" fmla="*/ 613459 h 1054800"/>
              <a:gd name="connsiteX24" fmla="*/ 879676 w 915482"/>
              <a:gd name="connsiteY24" fmla="*/ 636608 h 1054800"/>
              <a:gd name="connsiteX25" fmla="*/ 740780 w 915482"/>
              <a:gd name="connsiteY25" fmla="*/ 625033 h 1054800"/>
              <a:gd name="connsiteX26" fmla="*/ 706056 w 915482"/>
              <a:gd name="connsiteY26" fmla="*/ 613459 h 1054800"/>
              <a:gd name="connsiteX27" fmla="*/ 532436 w 915482"/>
              <a:gd name="connsiteY27" fmla="*/ 625033 h 1054800"/>
              <a:gd name="connsiteX28" fmla="*/ 416689 w 915482"/>
              <a:gd name="connsiteY28" fmla="*/ 706056 h 1054800"/>
              <a:gd name="connsiteX29" fmla="*/ 393540 w 915482"/>
              <a:gd name="connsiteY29" fmla="*/ 787079 h 1054800"/>
              <a:gd name="connsiteX30" fmla="*/ 416689 w 915482"/>
              <a:gd name="connsiteY30" fmla="*/ 983848 h 1054800"/>
              <a:gd name="connsiteX31" fmla="*/ 428264 w 915482"/>
              <a:gd name="connsiteY31" fmla="*/ 1018572 h 1054800"/>
              <a:gd name="connsiteX32" fmla="*/ 416689 w 915482"/>
              <a:gd name="connsiteY32" fmla="*/ 1053297 h 1054800"/>
              <a:gd name="connsiteX33" fmla="*/ 370390 w 915482"/>
              <a:gd name="connsiteY33" fmla="*/ 1041722 h 1054800"/>
              <a:gd name="connsiteX34" fmla="*/ 312517 w 915482"/>
              <a:gd name="connsiteY34" fmla="*/ 972274 h 10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15482" h="1054800">
                <a:moveTo>
                  <a:pt x="312517" y="972274"/>
                </a:moveTo>
                <a:lnTo>
                  <a:pt x="312517" y="972274"/>
                </a:lnTo>
                <a:cubicBezTo>
                  <a:pt x="273935" y="949125"/>
                  <a:pt x="234208" y="927784"/>
                  <a:pt x="196770" y="902826"/>
                </a:cubicBezTo>
                <a:cubicBezTo>
                  <a:pt x="164668" y="881424"/>
                  <a:pt x="104173" y="833378"/>
                  <a:pt x="104173" y="833378"/>
                </a:cubicBezTo>
                <a:cubicBezTo>
                  <a:pt x="73573" y="741580"/>
                  <a:pt x="119805" y="863020"/>
                  <a:pt x="57874" y="763929"/>
                </a:cubicBezTo>
                <a:cubicBezTo>
                  <a:pt x="46862" y="746310"/>
                  <a:pt x="40835" y="725914"/>
                  <a:pt x="34725" y="706056"/>
                </a:cubicBezTo>
                <a:cubicBezTo>
                  <a:pt x="25368" y="675647"/>
                  <a:pt x="21636" y="643642"/>
                  <a:pt x="11575" y="613459"/>
                </a:cubicBezTo>
                <a:lnTo>
                  <a:pt x="0" y="578735"/>
                </a:lnTo>
                <a:cubicBezTo>
                  <a:pt x="6216" y="532112"/>
                  <a:pt x="8562" y="431438"/>
                  <a:pt x="34725" y="370390"/>
                </a:cubicBezTo>
                <a:cubicBezTo>
                  <a:pt x="41522" y="354531"/>
                  <a:pt x="45079" y="335667"/>
                  <a:pt x="57874" y="324091"/>
                </a:cubicBezTo>
                <a:cubicBezTo>
                  <a:pt x="127132" y="261429"/>
                  <a:pt x="201997" y="205044"/>
                  <a:pt x="277793" y="150471"/>
                </a:cubicBezTo>
                <a:cubicBezTo>
                  <a:pt x="298797" y="135348"/>
                  <a:pt x="323210" y="125359"/>
                  <a:pt x="347241" y="115747"/>
                </a:cubicBezTo>
                <a:cubicBezTo>
                  <a:pt x="381225" y="102153"/>
                  <a:pt x="417568" y="94959"/>
                  <a:pt x="451413" y="81023"/>
                </a:cubicBezTo>
                <a:cubicBezTo>
                  <a:pt x="483323" y="67884"/>
                  <a:pt x="511802" y="47112"/>
                  <a:pt x="544011" y="34724"/>
                </a:cubicBezTo>
                <a:cubicBezTo>
                  <a:pt x="562373" y="27662"/>
                  <a:pt x="582904" y="28326"/>
                  <a:pt x="601884" y="23150"/>
                </a:cubicBezTo>
                <a:cubicBezTo>
                  <a:pt x="625426" y="16729"/>
                  <a:pt x="671332" y="0"/>
                  <a:pt x="671332" y="0"/>
                </a:cubicBezTo>
                <a:cubicBezTo>
                  <a:pt x="738683" y="67351"/>
                  <a:pt x="644624" y="-29734"/>
                  <a:pt x="717631" y="57874"/>
                </a:cubicBezTo>
                <a:cubicBezTo>
                  <a:pt x="728110" y="70449"/>
                  <a:pt x="741876" y="80023"/>
                  <a:pt x="752355" y="92598"/>
                </a:cubicBezTo>
                <a:cubicBezTo>
                  <a:pt x="825352" y="180195"/>
                  <a:pt x="731312" y="83131"/>
                  <a:pt x="798654" y="150471"/>
                </a:cubicBezTo>
                <a:cubicBezTo>
                  <a:pt x="826202" y="233116"/>
                  <a:pt x="808268" y="199616"/>
                  <a:pt x="844952" y="254643"/>
                </a:cubicBezTo>
                <a:cubicBezTo>
                  <a:pt x="848810" y="270076"/>
                  <a:pt x="853076" y="285413"/>
                  <a:pt x="856527" y="300942"/>
                </a:cubicBezTo>
                <a:cubicBezTo>
                  <a:pt x="860795" y="320147"/>
                  <a:pt x="862316" y="340013"/>
                  <a:pt x="868102" y="358816"/>
                </a:cubicBezTo>
                <a:cubicBezTo>
                  <a:pt x="877796" y="390323"/>
                  <a:pt x="891251" y="420547"/>
                  <a:pt x="902826" y="451413"/>
                </a:cubicBezTo>
                <a:cubicBezTo>
                  <a:pt x="914049" y="518755"/>
                  <a:pt x="924554" y="541033"/>
                  <a:pt x="902826" y="613459"/>
                </a:cubicBezTo>
                <a:cubicBezTo>
                  <a:pt x="899690" y="623912"/>
                  <a:pt x="887393" y="628892"/>
                  <a:pt x="879676" y="636608"/>
                </a:cubicBezTo>
                <a:cubicBezTo>
                  <a:pt x="833377" y="632750"/>
                  <a:pt x="786832" y="631173"/>
                  <a:pt x="740780" y="625033"/>
                </a:cubicBezTo>
                <a:cubicBezTo>
                  <a:pt x="728686" y="623421"/>
                  <a:pt x="718257" y="613459"/>
                  <a:pt x="706056" y="613459"/>
                </a:cubicBezTo>
                <a:cubicBezTo>
                  <a:pt x="648054" y="613459"/>
                  <a:pt x="590309" y="621175"/>
                  <a:pt x="532436" y="625033"/>
                </a:cubicBezTo>
                <a:cubicBezTo>
                  <a:pt x="495238" y="646289"/>
                  <a:pt x="442867" y="666789"/>
                  <a:pt x="416689" y="706056"/>
                </a:cubicBezTo>
                <a:cubicBezTo>
                  <a:pt x="410045" y="716022"/>
                  <a:pt x="395084" y="780901"/>
                  <a:pt x="393540" y="787079"/>
                </a:cubicBezTo>
                <a:cubicBezTo>
                  <a:pt x="399454" y="852131"/>
                  <a:pt x="402395" y="919528"/>
                  <a:pt x="416689" y="983848"/>
                </a:cubicBezTo>
                <a:cubicBezTo>
                  <a:pt x="419336" y="995758"/>
                  <a:pt x="424406" y="1006997"/>
                  <a:pt x="428264" y="1018572"/>
                </a:cubicBezTo>
                <a:cubicBezTo>
                  <a:pt x="424406" y="1030147"/>
                  <a:pt x="428017" y="1048766"/>
                  <a:pt x="416689" y="1053297"/>
                </a:cubicBezTo>
                <a:cubicBezTo>
                  <a:pt x="401919" y="1059205"/>
                  <a:pt x="385686" y="1046092"/>
                  <a:pt x="370390" y="1041722"/>
                </a:cubicBezTo>
                <a:cubicBezTo>
                  <a:pt x="337017" y="1032187"/>
                  <a:pt x="322163" y="983849"/>
                  <a:pt x="312517" y="97227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A35C3B94-898C-4CCB-8523-88095CF51455}"/>
              </a:ext>
            </a:extLst>
          </p:cNvPr>
          <p:cNvSpPr/>
          <p:nvPr/>
        </p:nvSpPr>
        <p:spPr>
          <a:xfrm rot="18882500" flipV="1">
            <a:off x="6522996" y="3401354"/>
            <a:ext cx="915482" cy="968242"/>
          </a:xfrm>
          <a:custGeom>
            <a:avLst/>
            <a:gdLst>
              <a:gd name="connsiteX0" fmla="*/ 312517 w 915482"/>
              <a:gd name="connsiteY0" fmla="*/ 972274 h 1054800"/>
              <a:gd name="connsiteX1" fmla="*/ 312517 w 915482"/>
              <a:gd name="connsiteY1" fmla="*/ 972274 h 1054800"/>
              <a:gd name="connsiteX2" fmla="*/ 196770 w 915482"/>
              <a:gd name="connsiteY2" fmla="*/ 902826 h 1054800"/>
              <a:gd name="connsiteX3" fmla="*/ 104173 w 915482"/>
              <a:gd name="connsiteY3" fmla="*/ 833378 h 1054800"/>
              <a:gd name="connsiteX4" fmla="*/ 57874 w 915482"/>
              <a:gd name="connsiteY4" fmla="*/ 763929 h 1054800"/>
              <a:gd name="connsiteX5" fmla="*/ 34725 w 915482"/>
              <a:gd name="connsiteY5" fmla="*/ 706056 h 1054800"/>
              <a:gd name="connsiteX6" fmla="*/ 11575 w 915482"/>
              <a:gd name="connsiteY6" fmla="*/ 613459 h 1054800"/>
              <a:gd name="connsiteX7" fmla="*/ 0 w 915482"/>
              <a:gd name="connsiteY7" fmla="*/ 578735 h 1054800"/>
              <a:gd name="connsiteX8" fmla="*/ 34725 w 915482"/>
              <a:gd name="connsiteY8" fmla="*/ 370390 h 1054800"/>
              <a:gd name="connsiteX9" fmla="*/ 57874 w 915482"/>
              <a:gd name="connsiteY9" fmla="*/ 324091 h 1054800"/>
              <a:gd name="connsiteX10" fmla="*/ 277793 w 915482"/>
              <a:gd name="connsiteY10" fmla="*/ 150471 h 1054800"/>
              <a:gd name="connsiteX11" fmla="*/ 347241 w 915482"/>
              <a:gd name="connsiteY11" fmla="*/ 115747 h 1054800"/>
              <a:gd name="connsiteX12" fmla="*/ 451413 w 915482"/>
              <a:gd name="connsiteY12" fmla="*/ 81023 h 1054800"/>
              <a:gd name="connsiteX13" fmla="*/ 544011 w 915482"/>
              <a:gd name="connsiteY13" fmla="*/ 34724 h 1054800"/>
              <a:gd name="connsiteX14" fmla="*/ 601884 w 915482"/>
              <a:gd name="connsiteY14" fmla="*/ 23150 h 1054800"/>
              <a:gd name="connsiteX15" fmla="*/ 671332 w 915482"/>
              <a:gd name="connsiteY15" fmla="*/ 0 h 1054800"/>
              <a:gd name="connsiteX16" fmla="*/ 717631 w 915482"/>
              <a:gd name="connsiteY16" fmla="*/ 57874 h 1054800"/>
              <a:gd name="connsiteX17" fmla="*/ 752355 w 915482"/>
              <a:gd name="connsiteY17" fmla="*/ 92598 h 1054800"/>
              <a:gd name="connsiteX18" fmla="*/ 798654 w 915482"/>
              <a:gd name="connsiteY18" fmla="*/ 150471 h 1054800"/>
              <a:gd name="connsiteX19" fmla="*/ 844952 w 915482"/>
              <a:gd name="connsiteY19" fmla="*/ 254643 h 1054800"/>
              <a:gd name="connsiteX20" fmla="*/ 856527 w 915482"/>
              <a:gd name="connsiteY20" fmla="*/ 300942 h 1054800"/>
              <a:gd name="connsiteX21" fmla="*/ 868102 w 915482"/>
              <a:gd name="connsiteY21" fmla="*/ 358816 h 1054800"/>
              <a:gd name="connsiteX22" fmla="*/ 902826 w 915482"/>
              <a:gd name="connsiteY22" fmla="*/ 451413 h 1054800"/>
              <a:gd name="connsiteX23" fmla="*/ 902826 w 915482"/>
              <a:gd name="connsiteY23" fmla="*/ 613459 h 1054800"/>
              <a:gd name="connsiteX24" fmla="*/ 879676 w 915482"/>
              <a:gd name="connsiteY24" fmla="*/ 636608 h 1054800"/>
              <a:gd name="connsiteX25" fmla="*/ 740780 w 915482"/>
              <a:gd name="connsiteY25" fmla="*/ 625033 h 1054800"/>
              <a:gd name="connsiteX26" fmla="*/ 706056 w 915482"/>
              <a:gd name="connsiteY26" fmla="*/ 613459 h 1054800"/>
              <a:gd name="connsiteX27" fmla="*/ 532436 w 915482"/>
              <a:gd name="connsiteY27" fmla="*/ 625033 h 1054800"/>
              <a:gd name="connsiteX28" fmla="*/ 416689 w 915482"/>
              <a:gd name="connsiteY28" fmla="*/ 706056 h 1054800"/>
              <a:gd name="connsiteX29" fmla="*/ 393540 w 915482"/>
              <a:gd name="connsiteY29" fmla="*/ 787079 h 1054800"/>
              <a:gd name="connsiteX30" fmla="*/ 416689 w 915482"/>
              <a:gd name="connsiteY30" fmla="*/ 983848 h 1054800"/>
              <a:gd name="connsiteX31" fmla="*/ 428264 w 915482"/>
              <a:gd name="connsiteY31" fmla="*/ 1018572 h 1054800"/>
              <a:gd name="connsiteX32" fmla="*/ 416689 w 915482"/>
              <a:gd name="connsiteY32" fmla="*/ 1053297 h 1054800"/>
              <a:gd name="connsiteX33" fmla="*/ 370390 w 915482"/>
              <a:gd name="connsiteY33" fmla="*/ 1041722 h 1054800"/>
              <a:gd name="connsiteX34" fmla="*/ 312517 w 915482"/>
              <a:gd name="connsiteY34" fmla="*/ 972274 h 10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15482" h="1054800">
                <a:moveTo>
                  <a:pt x="312517" y="972274"/>
                </a:moveTo>
                <a:lnTo>
                  <a:pt x="312517" y="972274"/>
                </a:lnTo>
                <a:cubicBezTo>
                  <a:pt x="273935" y="949125"/>
                  <a:pt x="234208" y="927784"/>
                  <a:pt x="196770" y="902826"/>
                </a:cubicBezTo>
                <a:cubicBezTo>
                  <a:pt x="164668" y="881424"/>
                  <a:pt x="104173" y="833378"/>
                  <a:pt x="104173" y="833378"/>
                </a:cubicBezTo>
                <a:cubicBezTo>
                  <a:pt x="73573" y="741580"/>
                  <a:pt x="119805" y="863020"/>
                  <a:pt x="57874" y="763929"/>
                </a:cubicBezTo>
                <a:cubicBezTo>
                  <a:pt x="46862" y="746310"/>
                  <a:pt x="40835" y="725914"/>
                  <a:pt x="34725" y="706056"/>
                </a:cubicBezTo>
                <a:cubicBezTo>
                  <a:pt x="25368" y="675647"/>
                  <a:pt x="21636" y="643642"/>
                  <a:pt x="11575" y="613459"/>
                </a:cubicBezTo>
                <a:lnTo>
                  <a:pt x="0" y="578735"/>
                </a:lnTo>
                <a:cubicBezTo>
                  <a:pt x="6216" y="532112"/>
                  <a:pt x="8562" y="431438"/>
                  <a:pt x="34725" y="370390"/>
                </a:cubicBezTo>
                <a:cubicBezTo>
                  <a:pt x="41522" y="354531"/>
                  <a:pt x="45079" y="335667"/>
                  <a:pt x="57874" y="324091"/>
                </a:cubicBezTo>
                <a:cubicBezTo>
                  <a:pt x="127132" y="261429"/>
                  <a:pt x="201997" y="205044"/>
                  <a:pt x="277793" y="150471"/>
                </a:cubicBezTo>
                <a:cubicBezTo>
                  <a:pt x="298797" y="135348"/>
                  <a:pt x="323210" y="125359"/>
                  <a:pt x="347241" y="115747"/>
                </a:cubicBezTo>
                <a:cubicBezTo>
                  <a:pt x="381225" y="102153"/>
                  <a:pt x="417568" y="94959"/>
                  <a:pt x="451413" y="81023"/>
                </a:cubicBezTo>
                <a:cubicBezTo>
                  <a:pt x="483323" y="67884"/>
                  <a:pt x="511802" y="47112"/>
                  <a:pt x="544011" y="34724"/>
                </a:cubicBezTo>
                <a:cubicBezTo>
                  <a:pt x="562373" y="27662"/>
                  <a:pt x="582904" y="28326"/>
                  <a:pt x="601884" y="23150"/>
                </a:cubicBezTo>
                <a:cubicBezTo>
                  <a:pt x="625426" y="16729"/>
                  <a:pt x="671332" y="0"/>
                  <a:pt x="671332" y="0"/>
                </a:cubicBezTo>
                <a:cubicBezTo>
                  <a:pt x="738683" y="67351"/>
                  <a:pt x="644624" y="-29734"/>
                  <a:pt x="717631" y="57874"/>
                </a:cubicBezTo>
                <a:cubicBezTo>
                  <a:pt x="728110" y="70449"/>
                  <a:pt x="741876" y="80023"/>
                  <a:pt x="752355" y="92598"/>
                </a:cubicBezTo>
                <a:cubicBezTo>
                  <a:pt x="825352" y="180195"/>
                  <a:pt x="731312" y="83131"/>
                  <a:pt x="798654" y="150471"/>
                </a:cubicBezTo>
                <a:cubicBezTo>
                  <a:pt x="826202" y="233116"/>
                  <a:pt x="808268" y="199616"/>
                  <a:pt x="844952" y="254643"/>
                </a:cubicBezTo>
                <a:cubicBezTo>
                  <a:pt x="848810" y="270076"/>
                  <a:pt x="853076" y="285413"/>
                  <a:pt x="856527" y="300942"/>
                </a:cubicBezTo>
                <a:cubicBezTo>
                  <a:pt x="860795" y="320147"/>
                  <a:pt x="862316" y="340013"/>
                  <a:pt x="868102" y="358816"/>
                </a:cubicBezTo>
                <a:cubicBezTo>
                  <a:pt x="877796" y="390323"/>
                  <a:pt x="891251" y="420547"/>
                  <a:pt x="902826" y="451413"/>
                </a:cubicBezTo>
                <a:cubicBezTo>
                  <a:pt x="914049" y="518755"/>
                  <a:pt x="924554" y="541033"/>
                  <a:pt x="902826" y="613459"/>
                </a:cubicBezTo>
                <a:cubicBezTo>
                  <a:pt x="899690" y="623912"/>
                  <a:pt x="887393" y="628892"/>
                  <a:pt x="879676" y="636608"/>
                </a:cubicBezTo>
                <a:cubicBezTo>
                  <a:pt x="833377" y="632750"/>
                  <a:pt x="786832" y="631173"/>
                  <a:pt x="740780" y="625033"/>
                </a:cubicBezTo>
                <a:cubicBezTo>
                  <a:pt x="728686" y="623421"/>
                  <a:pt x="718257" y="613459"/>
                  <a:pt x="706056" y="613459"/>
                </a:cubicBezTo>
                <a:cubicBezTo>
                  <a:pt x="648054" y="613459"/>
                  <a:pt x="590309" y="621175"/>
                  <a:pt x="532436" y="625033"/>
                </a:cubicBezTo>
                <a:cubicBezTo>
                  <a:pt x="495238" y="646289"/>
                  <a:pt x="442867" y="666789"/>
                  <a:pt x="416689" y="706056"/>
                </a:cubicBezTo>
                <a:cubicBezTo>
                  <a:pt x="410045" y="716022"/>
                  <a:pt x="395084" y="780901"/>
                  <a:pt x="393540" y="787079"/>
                </a:cubicBezTo>
                <a:cubicBezTo>
                  <a:pt x="399454" y="852131"/>
                  <a:pt x="402395" y="919528"/>
                  <a:pt x="416689" y="983848"/>
                </a:cubicBezTo>
                <a:cubicBezTo>
                  <a:pt x="419336" y="995758"/>
                  <a:pt x="424406" y="1006997"/>
                  <a:pt x="428264" y="1018572"/>
                </a:cubicBezTo>
                <a:cubicBezTo>
                  <a:pt x="424406" y="1030147"/>
                  <a:pt x="428017" y="1048766"/>
                  <a:pt x="416689" y="1053297"/>
                </a:cubicBezTo>
                <a:cubicBezTo>
                  <a:pt x="401919" y="1059205"/>
                  <a:pt x="385686" y="1046092"/>
                  <a:pt x="370390" y="1041722"/>
                </a:cubicBezTo>
                <a:cubicBezTo>
                  <a:pt x="337017" y="1032187"/>
                  <a:pt x="322163" y="983849"/>
                  <a:pt x="312517" y="97227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CE4F1570-2F78-48DF-A4C8-8CB089EA4958}"/>
              </a:ext>
            </a:extLst>
          </p:cNvPr>
          <p:cNvSpPr/>
          <p:nvPr/>
        </p:nvSpPr>
        <p:spPr>
          <a:xfrm rot="2056373">
            <a:off x="5940547" y="1163866"/>
            <a:ext cx="915482" cy="1054800"/>
          </a:xfrm>
          <a:custGeom>
            <a:avLst/>
            <a:gdLst>
              <a:gd name="connsiteX0" fmla="*/ 312517 w 915482"/>
              <a:gd name="connsiteY0" fmla="*/ 972274 h 1054800"/>
              <a:gd name="connsiteX1" fmla="*/ 312517 w 915482"/>
              <a:gd name="connsiteY1" fmla="*/ 972274 h 1054800"/>
              <a:gd name="connsiteX2" fmla="*/ 196770 w 915482"/>
              <a:gd name="connsiteY2" fmla="*/ 902826 h 1054800"/>
              <a:gd name="connsiteX3" fmla="*/ 104173 w 915482"/>
              <a:gd name="connsiteY3" fmla="*/ 833378 h 1054800"/>
              <a:gd name="connsiteX4" fmla="*/ 57874 w 915482"/>
              <a:gd name="connsiteY4" fmla="*/ 763929 h 1054800"/>
              <a:gd name="connsiteX5" fmla="*/ 34725 w 915482"/>
              <a:gd name="connsiteY5" fmla="*/ 706056 h 1054800"/>
              <a:gd name="connsiteX6" fmla="*/ 11575 w 915482"/>
              <a:gd name="connsiteY6" fmla="*/ 613459 h 1054800"/>
              <a:gd name="connsiteX7" fmla="*/ 0 w 915482"/>
              <a:gd name="connsiteY7" fmla="*/ 578735 h 1054800"/>
              <a:gd name="connsiteX8" fmla="*/ 34725 w 915482"/>
              <a:gd name="connsiteY8" fmla="*/ 370390 h 1054800"/>
              <a:gd name="connsiteX9" fmla="*/ 57874 w 915482"/>
              <a:gd name="connsiteY9" fmla="*/ 324091 h 1054800"/>
              <a:gd name="connsiteX10" fmla="*/ 277793 w 915482"/>
              <a:gd name="connsiteY10" fmla="*/ 150471 h 1054800"/>
              <a:gd name="connsiteX11" fmla="*/ 347241 w 915482"/>
              <a:gd name="connsiteY11" fmla="*/ 115747 h 1054800"/>
              <a:gd name="connsiteX12" fmla="*/ 451413 w 915482"/>
              <a:gd name="connsiteY12" fmla="*/ 81023 h 1054800"/>
              <a:gd name="connsiteX13" fmla="*/ 544011 w 915482"/>
              <a:gd name="connsiteY13" fmla="*/ 34724 h 1054800"/>
              <a:gd name="connsiteX14" fmla="*/ 601884 w 915482"/>
              <a:gd name="connsiteY14" fmla="*/ 23150 h 1054800"/>
              <a:gd name="connsiteX15" fmla="*/ 671332 w 915482"/>
              <a:gd name="connsiteY15" fmla="*/ 0 h 1054800"/>
              <a:gd name="connsiteX16" fmla="*/ 717631 w 915482"/>
              <a:gd name="connsiteY16" fmla="*/ 57874 h 1054800"/>
              <a:gd name="connsiteX17" fmla="*/ 752355 w 915482"/>
              <a:gd name="connsiteY17" fmla="*/ 92598 h 1054800"/>
              <a:gd name="connsiteX18" fmla="*/ 798654 w 915482"/>
              <a:gd name="connsiteY18" fmla="*/ 150471 h 1054800"/>
              <a:gd name="connsiteX19" fmla="*/ 844952 w 915482"/>
              <a:gd name="connsiteY19" fmla="*/ 254643 h 1054800"/>
              <a:gd name="connsiteX20" fmla="*/ 856527 w 915482"/>
              <a:gd name="connsiteY20" fmla="*/ 300942 h 1054800"/>
              <a:gd name="connsiteX21" fmla="*/ 868102 w 915482"/>
              <a:gd name="connsiteY21" fmla="*/ 358816 h 1054800"/>
              <a:gd name="connsiteX22" fmla="*/ 902826 w 915482"/>
              <a:gd name="connsiteY22" fmla="*/ 451413 h 1054800"/>
              <a:gd name="connsiteX23" fmla="*/ 902826 w 915482"/>
              <a:gd name="connsiteY23" fmla="*/ 613459 h 1054800"/>
              <a:gd name="connsiteX24" fmla="*/ 879676 w 915482"/>
              <a:gd name="connsiteY24" fmla="*/ 636608 h 1054800"/>
              <a:gd name="connsiteX25" fmla="*/ 740780 w 915482"/>
              <a:gd name="connsiteY25" fmla="*/ 625033 h 1054800"/>
              <a:gd name="connsiteX26" fmla="*/ 706056 w 915482"/>
              <a:gd name="connsiteY26" fmla="*/ 613459 h 1054800"/>
              <a:gd name="connsiteX27" fmla="*/ 532436 w 915482"/>
              <a:gd name="connsiteY27" fmla="*/ 625033 h 1054800"/>
              <a:gd name="connsiteX28" fmla="*/ 416689 w 915482"/>
              <a:gd name="connsiteY28" fmla="*/ 706056 h 1054800"/>
              <a:gd name="connsiteX29" fmla="*/ 393540 w 915482"/>
              <a:gd name="connsiteY29" fmla="*/ 787079 h 1054800"/>
              <a:gd name="connsiteX30" fmla="*/ 416689 w 915482"/>
              <a:gd name="connsiteY30" fmla="*/ 983848 h 1054800"/>
              <a:gd name="connsiteX31" fmla="*/ 428264 w 915482"/>
              <a:gd name="connsiteY31" fmla="*/ 1018572 h 1054800"/>
              <a:gd name="connsiteX32" fmla="*/ 416689 w 915482"/>
              <a:gd name="connsiteY32" fmla="*/ 1053297 h 1054800"/>
              <a:gd name="connsiteX33" fmla="*/ 370390 w 915482"/>
              <a:gd name="connsiteY33" fmla="*/ 1041722 h 1054800"/>
              <a:gd name="connsiteX34" fmla="*/ 312517 w 915482"/>
              <a:gd name="connsiteY34" fmla="*/ 972274 h 10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15482" h="1054800">
                <a:moveTo>
                  <a:pt x="312517" y="972274"/>
                </a:moveTo>
                <a:lnTo>
                  <a:pt x="312517" y="972274"/>
                </a:lnTo>
                <a:cubicBezTo>
                  <a:pt x="273935" y="949125"/>
                  <a:pt x="234208" y="927784"/>
                  <a:pt x="196770" y="902826"/>
                </a:cubicBezTo>
                <a:cubicBezTo>
                  <a:pt x="164668" y="881424"/>
                  <a:pt x="104173" y="833378"/>
                  <a:pt x="104173" y="833378"/>
                </a:cubicBezTo>
                <a:cubicBezTo>
                  <a:pt x="73573" y="741580"/>
                  <a:pt x="119805" y="863020"/>
                  <a:pt x="57874" y="763929"/>
                </a:cubicBezTo>
                <a:cubicBezTo>
                  <a:pt x="46862" y="746310"/>
                  <a:pt x="40835" y="725914"/>
                  <a:pt x="34725" y="706056"/>
                </a:cubicBezTo>
                <a:cubicBezTo>
                  <a:pt x="25368" y="675647"/>
                  <a:pt x="21636" y="643642"/>
                  <a:pt x="11575" y="613459"/>
                </a:cubicBezTo>
                <a:lnTo>
                  <a:pt x="0" y="578735"/>
                </a:lnTo>
                <a:cubicBezTo>
                  <a:pt x="6216" y="532112"/>
                  <a:pt x="8562" y="431438"/>
                  <a:pt x="34725" y="370390"/>
                </a:cubicBezTo>
                <a:cubicBezTo>
                  <a:pt x="41522" y="354531"/>
                  <a:pt x="45079" y="335667"/>
                  <a:pt x="57874" y="324091"/>
                </a:cubicBezTo>
                <a:cubicBezTo>
                  <a:pt x="127132" y="261429"/>
                  <a:pt x="201997" y="205044"/>
                  <a:pt x="277793" y="150471"/>
                </a:cubicBezTo>
                <a:cubicBezTo>
                  <a:pt x="298797" y="135348"/>
                  <a:pt x="323210" y="125359"/>
                  <a:pt x="347241" y="115747"/>
                </a:cubicBezTo>
                <a:cubicBezTo>
                  <a:pt x="381225" y="102153"/>
                  <a:pt x="417568" y="94959"/>
                  <a:pt x="451413" y="81023"/>
                </a:cubicBezTo>
                <a:cubicBezTo>
                  <a:pt x="483323" y="67884"/>
                  <a:pt x="511802" y="47112"/>
                  <a:pt x="544011" y="34724"/>
                </a:cubicBezTo>
                <a:cubicBezTo>
                  <a:pt x="562373" y="27662"/>
                  <a:pt x="582904" y="28326"/>
                  <a:pt x="601884" y="23150"/>
                </a:cubicBezTo>
                <a:cubicBezTo>
                  <a:pt x="625426" y="16729"/>
                  <a:pt x="671332" y="0"/>
                  <a:pt x="671332" y="0"/>
                </a:cubicBezTo>
                <a:cubicBezTo>
                  <a:pt x="738683" y="67351"/>
                  <a:pt x="644624" y="-29734"/>
                  <a:pt x="717631" y="57874"/>
                </a:cubicBezTo>
                <a:cubicBezTo>
                  <a:pt x="728110" y="70449"/>
                  <a:pt x="741876" y="80023"/>
                  <a:pt x="752355" y="92598"/>
                </a:cubicBezTo>
                <a:cubicBezTo>
                  <a:pt x="825352" y="180195"/>
                  <a:pt x="731312" y="83131"/>
                  <a:pt x="798654" y="150471"/>
                </a:cubicBezTo>
                <a:cubicBezTo>
                  <a:pt x="826202" y="233116"/>
                  <a:pt x="808268" y="199616"/>
                  <a:pt x="844952" y="254643"/>
                </a:cubicBezTo>
                <a:cubicBezTo>
                  <a:pt x="848810" y="270076"/>
                  <a:pt x="853076" y="285413"/>
                  <a:pt x="856527" y="300942"/>
                </a:cubicBezTo>
                <a:cubicBezTo>
                  <a:pt x="860795" y="320147"/>
                  <a:pt x="862316" y="340013"/>
                  <a:pt x="868102" y="358816"/>
                </a:cubicBezTo>
                <a:cubicBezTo>
                  <a:pt x="877796" y="390323"/>
                  <a:pt x="891251" y="420547"/>
                  <a:pt x="902826" y="451413"/>
                </a:cubicBezTo>
                <a:cubicBezTo>
                  <a:pt x="914049" y="518755"/>
                  <a:pt x="924554" y="541033"/>
                  <a:pt x="902826" y="613459"/>
                </a:cubicBezTo>
                <a:cubicBezTo>
                  <a:pt x="899690" y="623912"/>
                  <a:pt x="887393" y="628892"/>
                  <a:pt x="879676" y="636608"/>
                </a:cubicBezTo>
                <a:cubicBezTo>
                  <a:pt x="833377" y="632750"/>
                  <a:pt x="786832" y="631173"/>
                  <a:pt x="740780" y="625033"/>
                </a:cubicBezTo>
                <a:cubicBezTo>
                  <a:pt x="728686" y="623421"/>
                  <a:pt x="718257" y="613459"/>
                  <a:pt x="706056" y="613459"/>
                </a:cubicBezTo>
                <a:cubicBezTo>
                  <a:pt x="648054" y="613459"/>
                  <a:pt x="590309" y="621175"/>
                  <a:pt x="532436" y="625033"/>
                </a:cubicBezTo>
                <a:cubicBezTo>
                  <a:pt x="495238" y="646289"/>
                  <a:pt x="442867" y="666789"/>
                  <a:pt x="416689" y="706056"/>
                </a:cubicBezTo>
                <a:cubicBezTo>
                  <a:pt x="410045" y="716022"/>
                  <a:pt x="395084" y="780901"/>
                  <a:pt x="393540" y="787079"/>
                </a:cubicBezTo>
                <a:cubicBezTo>
                  <a:pt x="399454" y="852131"/>
                  <a:pt x="402395" y="919528"/>
                  <a:pt x="416689" y="983848"/>
                </a:cubicBezTo>
                <a:cubicBezTo>
                  <a:pt x="419336" y="995758"/>
                  <a:pt x="424406" y="1006997"/>
                  <a:pt x="428264" y="1018572"/>
                </a:cubicBezTo>
                <a:cubicBezTo>
                  <a:pt x="424406" y="1030147"/>
                  <a:pt x="428017" y="1048766"/>
                  <a:pt x="416689" y="1053297"/>
                </a:cubicBezTo>
                <a:cubicBezTo>
                  <a:pt x="401919" y="1059205"/>
                  <a:pt x="385686" y="1046092"/>
                  <a:pt x="370390" y="1041722"/>
                </a:cubicBezTo>
                <a:cubicBezTo>
                  <a:pt x="337017" y="1032187"/>
                  <a:pt x="322163" y="983849"/>
                  <a:pt x="312517" y="97227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F2556A30-07D5-4F7E-BB2F-5DADE207C2E0}"/>
              </a:ext>
            </a:extLst>
          </p:cNvPr>
          <p:cNvSpPr/>
          <p:nvPr/>
        </p:nvSpPr>
        <p:spPr>
          <a:xfrm rot="5912600">
            <a:off x="7048788" y="2120161"/>
            <a:ext cx="915482" cy="1054800"/>
          </a:xfrm>
          <a:custGeom>
            <a:avLst/>
            <a:gdLst>
              <a:gd name="connsiteX0" fmla="*/ 312517 w 915482"/>
              <a:gd name="connsiteY0" fmla="*/ 972274 h 1054800"/>
              <a:gd name="connsiteX1" fmla="*/ 312517 w 915482"/>
              <a:gd name="connsiteY1" fmla="*/ 972274 h 1054800"/>
              <a:gd name="connsiteX2" fmla="*/ 196770 w 915482"/>
              <a:gd name="connsiteY2" fmla="*/ 902826 h 1054800"/>
              <a:gd name="connsiteX3" fmla="*/ 104173 w 915482"/>
              <a:gd name="connsiteY3" fmla="*/ 833378 h 1054800"/>
              <a:gd name="connsiteX4" fmla="*/ 57874 w 915482"/>
              <a:gd name="connsiteY4" fmla="*/ 763929 h 1054800"/>
              <a:gd name="connsiteX5" fmla="*/ 34725 w 915482"/>
              <a:gd name="connsiteY5" fmla="*/ 706056 h 1054800"/>
              <a:gd name="connsiteX6" fmla="*/ 11575 w 915482"/>
              <a:gd name="connsiteY6" fmla="*/ 613459 h 1054800"/>
              <a:gd name="connsiteX7" fmla="*/ 0 w 915482"/>
              <a:gd name="connsiteY7" fmla="*/ 578735 h 1054800"/>
              <a:gd name="connsiteX8" fmla="*/ 34725 w 915482"/>
              <a:gd name="connsiteY8" fmla="*/ 370390 h 1054800"/>
              <a:gd name="connsiteX9" fmla="*/ 57874 w 915482"/>
              <a:gd name="connsiteY9" fmla="*/ 324091 h 1054800"/>
              <a:gd name="connsiteX10" fmla="*/ 277793 w 915482"/>
              <a:gd name="connsiteY10" fmla="*/ 150471 h 1054800"/>
              <a:gd name="connsiteX11" fmla="*/ 347241 w 915482"/>
              <a:gd name="connsiteY11" fmla="*/ 115747 h 1054800"/>
              <a:gd name="connsiteX12" fmla="*/ 451413 w 915482"/>
              <a:gd name="connsiteY12" fmla="*/ 81023 h 1054800"/>
              <a:gd name="connsiteX13" fmla="*/ 544011 w 915482"/>
              <a:gd name="connsiteY13" fmla="*/ 34724 h 1054800"/>
              <a:gd name="connsiteX14" fmla="*/ 601884 w 915482"/>
              <a:gd name="connsiteY14" fmla="*/ 23150 h 1054800"/>
              <a:gd name="connsiteX15" fmla="*/ 671332 w 915482"/>
              <a:gd name="connsiteY15" fmla="*/ 0 h 1054800"/>
              <a:gd name="connsiteX16" fmla="*/ 717631 w 915482"/>
              <a:gd name="connsiteY16" fmla="*/ 57874 h 1054800"/>
              <a:gd name="connsiteX17" fmla="*/ 752355 w 915482"/>
              <a:gd name="connsiteY17" fmla="*/ 92598 h 1054800"/>
              <a:gd name="connsiteX18" fmla="*/ 798654 w 915482"/>
              <a:gd name="connsiteY18" fmla="*/ 150471 h 1054800"/>
              <a:gd name="connsiteX19" fmla="*/ 844952 w 915482"/>
              <a:gd name="connsiteY19" fmla="*/ 254643 h 1054800"/>
              <a:gd name="connsiteX20" fmla="*/ 856527 w 915482"/>
              <a:gd name="connsiteY20" fmla="*/ 300942 h 1054800"/>
              <a:gd name="connsiteX21" fmla="*/ 868102 w 915482"/>
              <a:gd name="connsiteY21" fmla="*/ 358816 h 1054800"/>
              <a:gd name="connsiteX22" fmla="*/ 902826 w 915482"/>
              <a:gd name="connsiteY22" fmla="*/ 451413 h 1054800"/>
              <a:gd name="connsiteX23" fmla="*/ 902826 w 915482"/>
              <a:gd name="connsiteY23" fmla="*/ 613459 h 1054800"/>
              <a:gd name="connsiteX24" fmla="*/ 879676 w 915482"/>
              <a:gd name="connsiteY24" fmla="*/ 636608 h 1054800"/>
              <a:gd name="connsiteX25" fmla="*/ 740780 w 915482"/>
              <a:gd name="connsiteY25" fmla="*/ 625033 h 1054800"/>
              <a:gd name="connsiteX26" fmla="*/ 706056 w 915482"/>
              <a:gd name="connsiteY26" fmla="*/ 613459 h 1054800"/>
              <a:gd name="connsiteX27" fmla="*/ 532436 w 915482"/>
              <a:gd name="connsiteY27" fmla="*/ 625033 h 1054800"/>
              <a:gd name="connsiteX28" fmla="*/ 416689 w 915482"/>
              <a:gd name="connsiteY28" fmla="*/ 706056 h 1054800"/>
              <a:gd name="connsiteX29" fmla="*/ 393540 w 915482"/>
              <a:gd name="connsiteY29" fmla="*/ 787079 h 1054800"/>
              <a:gd name="connsiteX30" fmla="*/ 416689 w 915482"/>
              <a:gd name="connsiteY30" fmla="*/ 983848 h 1054800"/>
              <a:gd name="connsiteX31" fmla="*/ 428264 w 915482"/>
              <a:gd name="connsiteY31" fmla="*/ 1018572 h 1054800"/>
              <a:gd name="connsiteX32" fmla="*/ 416689 w 915482"/>
              <a:gd name="connsiteY32" fmla="*/ 1053297 h 1054800"/>
              <a:gd name="connsiteX33" fmla="*/ 370390 w 915482"/>
              <a:gd name="connsiteY33" fmla="*/ 1041722 h 1054800"/>
              <a:gd name="connsiteX34" fmla="*/ 312517 w 915482"/>
              <a:gd name="connsiteY34" fmla="*/ 972274 h 10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15482" h="1054800">
                <a:moveTo>
                  <a:pt x="312517" y="972274"/>
                </a:moveTo>
                <a:lnTo>
                  <a:pt x="312517" y="972274"/>
                </a:lnTo>
                <a:cubicBezTo>
                  <a:pt x="273935" y="949125"/>
                  <a:pt x="234208" y="927784"/>
                  <a:pt x="196770" y="902826"/>
                </a:cubicBezTo>
                <a:cubicBezTo>
                  <a:pt x="164668" y="881424"/>
                  <a:pt x="104173" y="833378"/>
                  <a:pt x="104173" y="833378"/>
                </a:cubicBezTo>
                <a:cubicBezTo>
                  <a:pt x="73573" y="741580"/>
                  <a:pt x="119805" y="863020"/>
                  <a:pt x="57874" y="763929"/>
                </a:cubicBezTo>
                <a:cubicBezTo>
                  <a:pt x="46862" y="746310"/>
                  <a:pt x="40835" y="725914"/>
                  <a:pt x="34725" y="706056"/>
                </a:cubicBezTo>
                <a:cubicBezTo>
                  <a:pt x="25368" y="675647"/>
                  <a:pt x="21636" y="643642"/>
                  <a:pt x="11575" y="613459"/>
                </a:cubicBezTo>
                <a:lnTo>
                  <a:pt x="0" y="578735"/>
                </a:lnTo>
                <a:cubicBezTo>
                  <a:pt x="6216" y="532112"/>
                  <a:pt x="8562" y="431438"/>
                  <a:pt x="34725" y="370390"/>
                </a:cubicBezTo>
                <a:cubicBezTo>
                  <a:pt x="41522" y="354531"/>
                  <a:pt x="45079" y="335667"/>
                  <a:pt x="57874" y="324091"/>
                </a:cubicBezTo>
                <a:cubicBezTo>
                  <a:pt x="127132" y="261429"/>
                  <a:pt x="201997" y="205044"/>
                  <a:pt x="277793" y="150471"/>
                </a:cubicBezTo>
                <a:cubicBezTo>
                  <a:pt x="298797" y="135348"/>
                  <a:pt x="323210" y="125359"/>
                  <a:pt x="347241" y="115747"/>
                </a:cubicBezTo>
                <a:cubicBezTo>
                  <a:pt x="381225" y="102153"/>
                  <a:pt x="417568" y="94959"/>
                  <a:pt x="451413" y="81023"/>
                </a:cubicBezTo>
                <a:cubicBezTo>
                  <a:pt x="483323" y="67884"/>
                  <a:pt x="511802" y="47112"/>
                  <a:pt x="544011" y="34724"/>
                </a:cubicBezTo>
                <a:cubicBezTo>
                  <a:pt x="562373" y="27662"/>
                  <a:pt x="582904" y="28326"/>
                  <a:pt x="601884" y="23150"/>
                </a:cubicBezTo>
                <a:cubicBezTo>
                  <a:pt x="625426" y="16729"/>
                  <a:pt x="671332" y="0"/>
                  <a:pt x="671332" y="0"/>
                </a:cubicBezTo>
                <a:cubicBezTo>
                  <a:pt x="738683" y="67351"/>
                  <a:pt x="644624" y="-29734"/>
                  <a:pt x="717631" y="57874"/>
                </a:cubicBezTo>
                <a:cubicBezTo>
                  <a:pt x="728110" y="70449"/>
                  <a:pt x="741876" y="80023"/>
                  <a:pt x="752355" y="92598"/>
                </a:cubicBezTo>
                <a:cubicBezTo>
                  <a:pt x="825352" y="180195"/>
                  <a:pt x="731312" y="83131"/>
                  <a:pt x="798654" y="150471"/>
                </a:cubicBezTo>
                <a:cubicBezTo>
                  <a:pt x="826202" y="233116"/>
                  <a:pt x="808268" y="199616"/>
                  <a:pt x="844952" y="254643"/>
                </a:cubicBezTo>
                <a:cubicBezTo>
                  <a:pt x="848810" y="270076"/>
                  <a:pt x="853076" y="285413"/>
                  <a:pt x="856527" y="300942"/>
                </a:cubicBezTo>
                <a:cubicBezTo>
                  <a:pt x="860795" y="320147"/>
                  <a:pt x="862316" y="340013"/>
                  <a:pt x="868102" y="358816"/>
                </a:cubicBezTo>
                <a:cubicBezTo>
                  <a:pt x="877796" y="390323"/>
                  <a:pt x="891251" y="420547"/>
                  <a:pt x="902826" y="451413"/>
                </a:cubicBezTo>
                <a:cubicBezTo>
                  <a:pt x="914049" y="518755"/>
                  <a:pt x="924554" y="541033"/>
                  <a:pt x="902826" y="613459"/>
                </a:cubicBezTo>
                <a:cubicBezTo>
                  <a:pt x="899690" y="623912"/>
                  <a:pt x="887393" y="628892"/>
                  <a:pt x="879676" y="636608"/>
                </a:cubicBezTo>
                <a:cubicBezTo>
                  <a:pt x="833377" y="632750"/>
                  <a:pt x="786832" y="631173"/>
                  <a:pt x="740780" y="625033"/>
                </a:cubicBezTo>
                <a:cubicBezTo>
                  <a:pt x="728686" y="623421"/>
                  <a:pt x="718257" y="613459"/>
                  <a:pt x="706056" y="613459"/>
                </a:cubicBezTo>
                <a:cubicBezTo>
                  <a:pt x="648054" y="613459"/>
                  <a:pt x="590309" y="621175"/>
                  <a:pt x="532436" y="625033"/>
                </a:cubicBezTo>
                <a:cubicBezTo>
                  <a:pt x="495238" y="646289"/>
                  <a:pt x="442867" y="666789"/>
                  <a:pt x="416689" y="706056"/>
                </a:cubicBezTo>
                <a:cubicBezTo>
                  <a:pt x="410045" y="716022"/>
                  <a:pt x="395084" y="780901"/>
                  <a:pt x="393540" y="787079"/>
                </a:cubicBezTo>
                <a:cubicBezTo>
                  <a:pt x="399454" y="852131"/>
                  <a:pt x="402395" y="919528"/>
                  <a:pt x="416689" y="983848"/>
                </a:cubicBezTo>
                <a:cubicBezTo>
                  <a:pt x="419336" y="995758"/>
                  <a:pt x="424406" y="1006997"/>
                  <a:pt x="428264" y="1018572"/>
                </a:cubicBezTo>
                <a:cubicBezTo>
                  <a:pt x="424406" y="1030147"/>
                  <a:pt x="428017" y="1048766"/>
                  <a:pt x="416689" y="1053297"/>
                </a:cubicBezTo>
                <a:cubicBezTo>
                  <a:pt x="401919" y="1059205"/>
                  <a:pt x="385686" y="1046092"/>
                  <a:pt x="370390" y="1041722"/>
                </a:cubicBezTo>
                <a:cubicBezTo>
                  <a:pt x="337017" y="1032187"/>
                  <a:pt x="322163" y="983849"/>
                  <a:pt x="312517" y="97227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21AB67A3-79C8-4CED-8259-4FEDEA9AFD60}"/>
              </a:ext>
            </a:extLst>
          </p:cNvPr>
          <p:cNvSpPr/>
          <p:nvPr/>
        </p:nvSpPr>
        <p:spPr>
          <a:xfrm rot="19680084" flipV="1">
            <a:off x="5971078" y="2429485"/>
            <a:ext cx="915482" cy="968242"/>
          </a:xfrm>
          <a:custGeom>
            <a:avLst/>
            <a:gdLst>
              <a:gd name="connsiteX0" fmla="*/ 312517 w 915482"/>
              <a:gd name="connsiteY0" fmla="*/ 972274 h 1054800"/>
              <a:gd name="connsiteX1" fmla="*/ 312517 w 915482"/>
              <a:gd name="connsiteY1" fmla="*/ 972274 h 1054800"/>
              <a:gd name="connsiteX2" fmla="*/ 196770 w 915482"/>
              <a:gd name="connsiteY2" fmla="*/ 902826 h 1054800"/>
              <a:gd name="connsiteX3" fmla="*/ 104173 w 915482"/>
              <a:gd name="connsiteY3" fmla="*/ 833378 h 1054800"/>
              <a:gd name="connsiteX4" fmla="*/ 57874 w 915482"/>
              <a:gd name="connsiteY4" fmla="*/ 763929 h 1054800"/>
              <a:gd name="connsiteX5" fmla="*/ 34725 w 915482"/>
              <a:gd name="connsiteY5" fmla="*/ 706056 h 1054800"/>
              <a:gd name="connsiteX6" fmla="*/ 11575 w 915482"/>
              <a:gd name="connsiteY6" fmla="*/ 613459 h 1054800"/>
              <a:gd name="connsiteX7" fmla="*/ 0 w 915482"/>
              <a:gd name="connsiteY7" fmla="*/ 578735 h 1054800"/>
              <a:gd name="connsiteX8" fmla="*/ 34725 w 915482"/>
              <a:gd name="connsiteY8" fmla="*/ 370390 h 1054800"/>
              <a:gd name="connsiteX9" fmla="*/ 57874 w 915482"/>
              <a:gd name="connsiteY9" fmla="*/ 324091 h 1054800"/>
              <a:gd name="connsiteX10" fmla="*/ 277793 w 915482"/>
              <a:gd name="connsiteY10" fmla="*/ 150471 h 1054800"/>
              <a:gd name="connsiteX11" fmla="*/ 347241 w 915482"/>
              <a:gd name="connsiteY11" fmla="*/ 115747 h 1054800"/>
              <a:gd name="connsiteX12" fmla="*/ 451413 w 915482"/>
              <a:gd name="connsiteY12" fmla="*/ 81023 h 1054800"/>
              <a:gd name="connsiteX13" fmla="*/ 544011 w 915482"/>
              <a:gd name="connsiteY13" fmla="*/ 34724 h 1054800"/>
              <a:gd name="connsiteX14" fmla="*/ 601884 w 915482"/>
              <a:gd name="connsiteY14" fmla="*/ 23150 h 1054800"/>
              <a:gd name="connsiteX15" fmla="*/ 671332 w 915482"/>
              <a:gd name="connsiteY15" fmla="*/ 0 h 1054800"/>
              <a:gd name="connsiteX16" fmla="*/ 717631 w 915482"/>
              <a:gd name="connsiteY16" fmla="*/ 57874 h 1054800"/>
              <a:gd name="connsiteX17" fmla="*/ 752355 w 915482"/>
              <a:gd name="connsiteY17" fmla="*/ 92598 h 1054800"/>
              <a:gd name="connsiteX18" fmla="*/ 798654 w 915482"/>
              <a:gd name="connsiteY18" fmla="*/ 150471 h 1054800"/>
              <a:gd name="connsiteX19" fmla="*/ 844952 w 915482"/>
              <a:gd name="connsiteY19" fmla="*/ 254643 h 1054800"/>
              <a:gd name="connsiteX20" fmla="*/ 856527 w 915482"/>
              <a:gd name="connsiteY20" fmla="*/ 300942 h 1054800"/>
              <a:gd name="connsiteX21" fmla="*/ 868102 w 915482"/>
              <a:gd name="connsiteY21" fmla="*/ 358816 h 1054800"/>
              <a:gd name="connsiteX22" fmla="*/ 902826 w 915482"/>
              <a:gd name="connsiteY22" fmla="*/ 451413 h 1054800"/>
              <a:gd name="connsiteX23" fmla="*/ 902826 w 915482"/>
              <a:gd name="connsiteY23" fmla="*/ 613459 h 1054800"/>
              <a:gd name="connsiteX24" fmla="*/ 879676 w 915482"/>
              <a:gd name="connsiteY24" fmla="*/ 636608 h 1054800"/>
              <a:gd name="connsiteX25" fmla="*/ 740780 w 915482"/>
              <a:gd name="connsiteY25" fmla="*/ 625033 h 1054800"/>
              <a:gd name="connsiteX26" fmla="*/ 706056 w 915482"/>
              <a:gd name="connsiteY26" fmla="*/ 613459 h 1054800"/>
              <a:gd name="connsiteX27" fmla="*/ 532436 w 915482"/>
              <a:gd name="connsiteY27" fmla="*/ 625033 h 1054800"/>
              <a:gd name="connsiteX28" fmla="*/ 416689 w 915482"/>
              <a:gd name="connsiteY28" fmla="*/ 706056 h 1054800"/>
              <a:gd name="connsiteX29" fmla="*/ 393540 w 915482"/>
              <a:gd name="connsiteY29" fmla="*/ 787079 h 1054800"/>
              <a:gd name="connsiteX30" fmla="*/ 416689 w 915482"/>
              <a:gd name="connsiteY30" fmla="*/ 983848 h 1054800"/>
              <a:gd name="connsiteX31" fmla="*/ 428264 w 915482"/>
              <a:gd name="connsiteY31" fmla="*/ 1018572 h 1054800"/>
              <a:gd name="connsiteX32" fmla="*/ 416689 w 915482"/>
              <a:gd name="connsiteY32" fmla="*/ 1053297 h 1054800"/>
              <a:gd name="connsiteX33" fmla="*/ 370390 w 915482"/>
              <a:gd name="connsiteY33" fmla="*/ 1041722 h 1054800"/>
              <a:gd name="connsiteX34" fmla="*/ 312517 w 915482"/>
              <a:gd name="connsiteY34" fmla="*/ 972274 h 10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15482" h="1054800">
                <a:moveTo>
                  <a:pt x="312517" y="972274"/>
                </a:moveTo>
                <a:lnTo>
                  <a:pt x="312517" y="972274"/>
                </a:lnTo>
                <a:cubicBezTo>
                  <a:pt x="273935" y="949125"/>
                  <a:pt x="234208" y="927784"/>
                  <a:pt x="196770" y="902826"/>
                </a:cubicBezTo>
                <a:cubicBezTo>
                  <a:pt x="164668" y="881424"/>
                  <a:pt x="104173" y="833378"/>
                  <a:pt x="104173" y="833378"/>
                </a:cubicBezTo>
                <a:cubicBezTo>
                  <a:pt x="73573" y="741580"/>
                  <a:pt x="119805" y="863020"/>
                  <a:pt x="57874" y="763929"/>
                </a:cubicBezTo>
                <a:cubicBezTo>
                  <a:pt x="46862" y="746310"/>
                  <a:pt x="40835" y="725914"/>
                  <a:pt x="34725" y="706056"/>
                </a:cubicBezTo>
                <a:cubicBezTo>
                  <a:pt x="25368" y="675647"/>
                  <a:pt x="21636" y="643642"/>
                  <a:pt x="11575" y="613459"/>
                </a:cubicBezTo>
                <a:lnTo>
                  <a:pt x="0" y="578735"/>
                </a:lnTo>
                <a:cubicBezTo>
                  <a:pt x="6216" y="532112"/>
                  <a:pt x="8562" y="431438"/>
                  <a:pt x="34725" y="370390"/>
                </a:cubicBezTo>
                <a:cubicBezTo>
                  <a:pt x="41522" y="354531"/>
                  <a:pt x="45079" y="335667"/>
                  <a:pt x="57874" y="324091"/>
                </a:cubicBezTo>
                <a:cubicBezTo>
                  <a:pt x="127132" y="261429"/>
                  <a:pt x="201997" y="205044"/>
                  <a:pt x="277793" y="150471"/>
                </a:cubicBezTo>
                <a:cubicBezTo>
                  <a:pt x="298797" y="135348"/>
                  <a:pt x="323210" y="125359"/>
                  <a:pt x="347241" y="115747"/>
                </a:cubicBezTo>
                <a:cubicBezTo>
                  <a:pt x="381225" y="102153"/>
                  <a:pt x="417568" y="94959"/>
                  <a:pt x="451413" y="81023"/>
                </a:cubicBezTo>
                <a:cubicBezTo>
                  <a:pt x="483323" y="67884"/>
                  <a:pt x="511802" y="47112"/>
                  <a:pt x="544011" y="34724"/>
                </a:cubicBezTo>
                <a:cubicBezTo>
                  <a:pt x="562373" y="27662"/>
                  <a:pt x="582904" y="28326"/>
                  <a:pt x="601884" y="23150"/>
                </a:cubicBezTo>
                <a:cubicBezTo>
                  <a:pt x="625426" y="16729"/>
                  <a:pt x="671332" y="0"/>
                  <a:pt x="671332" y="0"/>
                </a:cubicBezTo>
                <a:cubicBezTo>
                  <a:pt x="738683" y="67351"/>
                  <a:pt x="644624" y="-29734"/>
                  <a:pt x="717631" y="57874"/>
                </a:cubicBezTo>
                <a:cubicBezTo>
                  <a:pt x="728110" y="70449"/>
                  <a:pt x="741876" y="80023"/>
                  <a:pt x="752355" y="92598"/>
                </a:cubicBezTo>
                <a:cubicBezTo>
                  <a:pt x="825352" y="180195"/>
                  <a:pt x="731312" y="83131"/>
                  <a:pt x="798654" y="150471"/>
                </a:cubicBezTo>
                <a:cubicBezTo>
                  <a:pt x="826202" y="233116"/>
                  <a:pt x="808268" y="199616"/>
                  <a:pt x="844952" y="254643"/>
                </a:cubicBezTo>
                <a:cubicBezTo>
                  <a:pt x="848810" y="270076"/>
                  <a:pt x="853076" y="285413"/>
                  <a:pt x="856527" y="300942"/>
                </a:cubicBezTo>
                <a:cubicBezTo>
                  <a:pt x="860795" y="320147"/>
                  <a:pt x="862316" y="340013"/>
                  <a:pt x="868102" y="358816"/>
                </a:cubicBezTo>
                <a:cubicBezTo>
                  <a:pt x="877796" y="390323"/>
                  <a:pt x="891251" y="420547"/>
                  <a:pt x="902826" y="451413"/>
                </a:cubicBezTo>
                <a:cubicBezTo>
                  <a:pt x="914049" y="518755"/>
                  <a:pt x="924554" y="541033"/>
                  <a:pt x="902826" y="613459"/>
                </a:cubicBezTo>
                <a:cubicBezTo>
                  <a:pt x="899690" y="623912"/>
                  <a:pt x="887393" y="628892"/>
                  <a:pt x="879676" y="636608"/>
                </a:cubicBezTo>
                <a:cubicBezTo>
                  <a:pt x="833377" y="632750"/>
                  <a:pt x="786832" y="631173"/>
                  <a:pt x="740780" y="625033"/>
                </a:cubicBezTo>
                <a:cubicBezTo>
                  <a:pt x="728686" y="623421"/>
                  <a:pt x="718257" y="613459"/>
                  <a:pt x="706056" y="613459"/>
                </a:cubicBezTo>
                <a:cubicBezTo>
                  <a:pt x="648054" y="613459"/>
                  <a:pt x="590309" y="621175"/>
                  <a:pt x="532436" y="625033"/>
                </a:cubicBezTo>
                <a:cubicBezTo>
                  <a:pt x="495238" y="646289"/>
                  <a:pt x="442867" y="666789"/>
                  <a:pt x="416689" y="706056"/>
                </a:cubicBezTo>
                <a:cubicBezTo>
                  <a:pt x="410045" y="716022"/>
                  <a:pt x="395084" y="780901"/>
                  <a:pt x="393540" y="787079"/>
                </a:cubicBezTo>
                <a:cubicBezTo>
                  <a:pt x="399454" y="852131"/>
                  <a:pt x="402395" y="919528"/>
                  <a:pt x="416689" y="983848"/>
                </a:cubicBezTo>
                <a:cubicBezTo>
                  <a:pt x="419336" y="995758"/>
                  <a:pt x="424406" y="1006997"/>
                  <a:pt x="428264" y="1018572"/>
                </a:cubicBezTo>
                <a:cubicBezTo>
                  <a:pt x="424406" y="1030147"/>
                  <a:pt x="428017" y="1048766"/>
                  <a:pt x="416689" y="1053297"/>
                </a:cubicBezTo>
                <a:cubicBezTo>
                  <a:pt x="401919" y="1059205"/>
                  <a:pt x="385686" y="1046092"/>
                  <a:pt x="370390" y="1041722"/>
                </a:cubicBezTo>
                <a:cubicBezTo>
                  <a:pt x="337017" y="1032187"/>
                  <a:pt x="322163" y="983849"/>
                  <a:pt x="312517" y="97227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írculo: vacío 12">
            <a:extLst>
              <a:ext uri="{FF2B5EF4-FFF2-40B4-BE49-F238E27FC236}">
                <a16:creationId xmlns:a16="http://schemas.microsoft.com/office/drawing/2014/main" id="{46481206-86EE-49A4-8DAD-A4C67A6CD6C9}"/>
              </a:ext>
            </a:extLst>
          </p:cNvPr>
          <p:cNvSpPr/>
          <p:nvPr/>
        </p:nvSpPr>
        <p:spPr>
          <a:xfrm>
            <a:off x="3734763" y="704484"/>
            <a:ext cx="4722471" cy="4525701"/>
          </a:xfrm>
          <a:prstGeom prst="donut">
            <a:avLst>
              <a:gd name="adj" fmla="val 16372"/>
            </a:avLst>
          </a:prstGeom>
          <a:solidFill>
            <a:schemeClr val="accent4">
              <a:lumMod val="50000"/>
            </a:schemeClr>
          </a:solidFill>
          <a:ln w="762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17791E-57A4-48B0-9351-ABFCEDEFA4D1}"/>
              </a:ext>
            </a:extLst>
          </p:cNvPr>
          <p:cNvSpPr/>
          <p:nvPr/>
        </p:nvSpPr>
        <p:spPr>
          <a:xfrm>
            <a:off x="1676466" y="5295588"/>
            <a:ext cx="8712963" cy="92333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Identidad de Territorio</a:t>
            </a:r>
            <a:endParaRPr lang="es-E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0" name="Vista general de diapositiva 19">
                <a:extLst>
                  <a:ext uri="{FF2B5EF4-FFF2-40B4-BE49-F238E27FC236}">
                    <a16:creationId xmlns:a16="http://schemas.microsoft.com/office/drawing/2014/main" id="{C1B4C58C-D869-449A-9FB2-8C23F83E34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5969936"/>
                  </p:ext>
                </p:extLst>
              </p:nvPr>
            </p:nvGraphicFramePr>
            <p:xfrm>
              <a:off x="-1302863" y="3213305"/>
              <a:ext cx="3048000" cy="1714500"/>
            </p:xfrm>
            <a:graphic>
              <a:graphicData uri="http://schemas.microsoft.com/office/powerpoint/2016/slidezoom">
                <pslz:sldZm>
                  <pslz:sldZmObj sldId="259" cId="1290963011">
                    <pslz:zmPr id="{0D6352E0-442C-4179-93F4-938D0553846E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0" name="Vista general de diapositiva 19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1B4C58C-D869-449A-9FB2-8C23F83E34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302863" y="3213305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1914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E91D4601-2883-496A-B275-1729D778CA6F}"/>
              </a:ext>
            </a:extLst>
          </p:cNvPr>
          <p:cNvGrpSpPr/>
          <p:nvPr/>
        </p:nvGrpSpPr>
        <p:grpSpPr>
          <a:xfrm>
            <a:off x="1676466" y="704484"/>
            <a:ext cx="8712963" cy="5514434"/>
            <a:chOff x="1676466" y="704484"/>
            <a:chExt cx="8712963" cy="5514434"/>
          </a:xfrm>
        </p:grpSpPr>
        <p:sp>
          <p:nvSpPr>
            <p:cNvPr id="4" name="Círculo: vacío 3">
              <a:extLst>
                <a:ext uri="{FF2B5EF4-FFF2-40B4-BE49-F238E27FC236}">
                  <a16:creationId xmlns:a16="http://schemas.microsoft.com/office/drawing/2014/main" id="{9DB1AF97-A20F-4CDC-8FA2-C2C715BD4A04}"/>
                </a:ext>
              </a:extLst>
            </p:cNvPr>
            <p:cNvSpPr/>
            <p:nvPr/>
          </p:nvSpPr>
          <p:spPr>
            <a:xfrm>
              <a:off x="3734763" y="704484"/>
              <a:ext cx="4722471" cy="4525701"/>
            </a:xfrm>
            <a:prstGeom prst="donut">
              <a:avLst>
                <a:gd name="adj" fmla="val 16372"/>
              </a:avLst>
            </a:prstGeom>
            <a:solidFill>
              <a:schemeClr val="accent4">
                <a:lumMod val="50000"/>
              </a:schemeClr>
            </a:solidFill>
            <a:ln w="762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72CCDEB-FA75-4924-8F66-FEECD00300F9}"/>
                </a:ext>
              </a:extLst>
            </p:cNvPr>
            <p:cNvSpPr/>
            <p:nvPr/>
          </p:nvSpPr>
          <p:spPr>
            <a:xfrm>
              <a:off x="4920843" y="1627814"/>
              <a:ext cx="2756800" cy="261587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Diagrama de flujo: cinta perforada 5">
              <a:extLst>
                <a:ext uri="{FF2B5EF4-FFF2-40B4-BE49-F238E27FC236}">
                  <a16:creationId xmlns:a16="http://schemas.microsoft.com/office/drawing/2014/main" id="{21A2E48C-B163-49CC-A887-017ADF940247}"/>
                </a:ext>
              </a:extLst>
            </p:cNvPr>
            <p:cNvSpPr/>
            <p:nvPr/>
          </p:nvSpPr>
          <p:spPr>
            <a:xfrm rot="19770724">
              <a:off x="5636772" y="1849018"/>
              <a:ext cx="694859" cy="940855"/>
            </a:xfrm>
            <a:prstGeom prst="flowChartPunchedTap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Diagrama de flujo: cinta perforada 6">
              <a:extLst>
                <a:ext uri="{FF2B5EF4-FFF2-40B4-BE49-F238E27FC236}">
                  <a16:creationId xmlns:a16="http://schemas.microsoft.com/office/drawing/2014/main" id="{B428D6AF-8CE3-4DD8-B646-969E7FC40881}"/>
                </a:ext>
              </a:extLst>
            </p:cNvPr>
            <p:cNvSpPr/>
            <p:nvPr/>
          </p:nvSpPr>
          <p:spPr>
            <a:xfrm rot="3675292">
              <a:off x="5379910" y="2915942"/>
              <a:ext cx="749319" cy="988734"/>
            </a:xfrm>
            <a:prstGeom prst="flowChartPunchedTap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Diagrama de flujo: cinta perforada 7">
              <a:extLst>
                <a:ext uri="{FF2B5EF4-FFF2-40B4-BE49-F238E27FC236}">
                  <a16:creationId xmlns:a16="http://schemas.microsoft.com/office/drawing/2014/main" id="{4220F464-80CE-4ED5-B4DD-F9CABAABADFA}"/>
                </a:ext>
              </a:extLst>
            </p:cNvPr>
            <p:cNvSpPr/>
            <p:nvPr/>
          </p:nvSpPr>
          <p:spPr>
            <a:xfrm rot="8834824">
              <a:off x="6527301" y="3046496"/>
              <a:ext cx="688088" cy="948353"/>
            </a:xfrm>
            <a:prstGeom prst="flowChartPunchedTap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Diagrama de flujo: cinta perforada 8">
              <a:extLst>
                <a:ext uri="{FF2B5EF4-FFF2-40B4-BE49-F238E27FC236}">
                  <a16:creationId xmlns:a16="http://schemas.microsoft.com/office/drawing/2014/main" id="{4AD3F1E6-6B14-4D91-BB3A-0799BF1D5D5D}"/>
                </a:ext>
              </a:extLst>
            </p:cNvPr>
            <p:cNvSpPr/>
            <p:nvPr/>
          </p:nvSpPr>
          <p:spPr>
            <a:xfrm rot="2887822">
              <a:off x="6699981" y="1972090"/>
              <a:ext cx="678592" cy="939298"/>
            </a:xfrm>
            <a:prstGeom prst="flowChartPunchedTap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B23F294-4B74-4B8C-B9D2-F6F54E05EB1C}"/>
                </a:ext>
              </a:extLst>
            </p:cNvPr>
            <p:cNvSpPr/>
            <p:nvPr/>
          </p:nvSpPr>
          <p:spPr>
            <a:xfrm>
              <a:off x="1676466" y="5295588"/>
              <a:ext cx="8712963" cy="92333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540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  <a:latin typeface="Arial Black" panose="020B0A04020102020204" pitchFamily="34" charset="0"/>
                </a:rPr>
                <a:t>Identidad de Territorio</a:t>
              </a:r>
              <a:endPara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0963011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107</TotalTime>
  <Words>6</Words>
  <Application>Microsoft Office PowerPoint</Application>
  <PresentationFormat>Panorámica</PresentationFormat>
  <Paragraphs>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Century Gothic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SENA</dc:creator>
  <cp:lastModifiedBy>SENA</cp:lastModifiedBy>
  <cp:revision>5</cp:revision>
  <dcterms:created xsi:type="dcterms:W3CDTF">2025-11-04T15:40:52Z</dcterms:created>
  <dcterms:modified xsi:type="dcterms:W3CDTF">2025-11-04T17:28:32Z</dcterms:modified>
</cp:coreProperties>
</file>